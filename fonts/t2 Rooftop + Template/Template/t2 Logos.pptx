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9" name="Shape 14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 and houmous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Bowl of pappardelle pasta with parsley butter, roasted hazelnuts and shaved parmesan cheese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7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89" name="Agenda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9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0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1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Bowl of salad with fried rice, boiled eggs and chopsticks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5" name="Bowl with salmon cakes, salad and houmous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6" name="Bowl of pappardelle pasta with parsley butter, roasted hazelnuts and shaved parmesan chees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bowl of salad with fried rice, boiled eggs and chopsticks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T2 Rooftop logos:…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0" spc="-36" sz="1800">
                <a:latin typeface="T2 Rooftop"/>
                <a:ea typeface="T2 Rooftop"/>
                <a:cs typeface="T2 Rooftop"/>
                <a:sym typeface="T2 Rooftop"/>
              </a:defRPr>
            </a:pPr>
            <a:r>
              <a:t>T2 Rooftop logos:</a:t>
            </a:r>
          </a:p>
          <a:p>
            <a:pPr>
              <a:defRPr b="0" spc="-36" sz="1800">
                <a:latin typeface="T2 Rooftop"/>
                <a:ea typeface="T2 Rooftop"/>
                <a:cs typeface="T2 Rooftop"/>
                <a:sym typeface="T2 Rooftop"/>
              </a:defRPr>
            </a:pPr>
          </a:p>
          <a:p>
            <a:pPr>
              <a:defRPr b="0" spc="-96" sz="4800">
                <a:latin typeface="T2 Rooftop"/>
                <a:ea typeface="T2 Rooftop"/>
                <a:cs typeface="T2 Rooftop"/>
                <a:sym typeface="T2 Rooftop"/>
              </a:defRPr>
            </a:pPr>
            <a:r>
              <a:t>  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